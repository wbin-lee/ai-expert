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 ·  현업과제 1차 지도 미팅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ClaudeCoach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사내 Claude Code 사용 로그 기반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활용·예산 효율 코칭 엔진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10972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290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발표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이우빈  ·  삼성전자 DX  S/W문화사무국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지도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윤성로 교수님  ·  서울대학교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기간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2026.08.03 ~ 10.16  (사전 준비 7월)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도입·한도·활용 편차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제안: ClaudeCoach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시스템 개요·시나리오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우수 세션 정의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품질 × 효율 이축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방법·실험 설계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Embed · SFT · 평가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47472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7472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일정·KPI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47472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Phase 0~3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2743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093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06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09360" y="32918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지도 요청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오늘 논의하고 싶은 점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배경 — 왜 지금인가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51560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도구 도입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Code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Enterprise 도입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로그·비용 DB 축적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051560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예산 제약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1874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1인당 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~$180 종량제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조기 소진·비효율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0F2744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51560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조직 pain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부서·개인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 편차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한도 사용률 편차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105156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051560"/>
            <a:ext cx="201168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한계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1874520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정형 지표 중심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코칭·예시 부재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파트장 합의 방향: 로그에서 「좋은 사용 예시」를 찾고, 질문에 사내 우수 케이스를 소개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차별화는 범용 Claude 성능이 아니라 사내 로그·BP·비용 효율 패턴에 있음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 정의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0642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9601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활용 편차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9601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도구만 배포하면 “잘 쓰는 법”을 조직 차원에서 설명·전파하기 어렵다.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7510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8288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예산 비효율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82880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월 $180 한도 하 과다 컨텍스트·재시도 누적이 발생하나, 개인 예산 코칭이 없다.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78892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4378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69748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지표 vs 조언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26974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대시보드는 집계 중심. “내 상황·남은 예산에 맞는 쓰는 법”이 부족하다.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3657600"/>
            <a:ext cx="438912" cy="43891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12464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566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교육 요건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00400" y="356616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Foundation → 후처리 → 평가 → 서빙 연동 증명이 필요하다 (단순 API 래핑 X).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 — ClaudeCoach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F27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사용 로그로 우수·저토큰 패턴을 학습·검색하고,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활용 코칭 + 예산 효율 코칭을 함께 제공하는 엔진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0116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2468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Ingest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익명화·세션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토큰·라벨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2880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48840" y="20116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4884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1992" y="2468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Pattern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Embed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21992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Contrastive 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우수 패턴 검색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86200" y="20116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8620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59352" y="2468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Coach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59352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LoRA SFT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코칭 생성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23560" y="20116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96712" y="2468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Budget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Coach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96712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한도 70/90%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저토큰 사례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D9488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60920" y="2011680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609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34072" y="24688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Serve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34072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DS LLM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MCP 연동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원칙: 학습 = AI 포털 GPU  ·  서빙 = DS LLM + 게이트웨이  (GPU 상시 운영 안 함)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사용자 시나리오 (MVP)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6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18872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E8F4F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  활용 코칭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 / 상황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116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「레거시 모듈 리팩토링인데 컨텍스트를 어떻게 넣어야 할까요?」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ClaudeCoach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유사 태스크 우수 세션 3건 요약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권장 프롬프트·MCP 패턴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(출처: 익명 로그 ID)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18872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E8F4F3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  예산 코칭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 / 상황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20116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「분석 작업인데 이번 달 예산 70% 썼어요. 어떻게 할까요?」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ClaudeCoach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저토큰 우수 세션 3건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컨텍스트 축소·작업 분할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예상 토큰 구간 안내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1005840"/>
            <a:ext cx="2743200" cy="3383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1188720"/>
            <a:ext cx="2468880" cy="365760"/>
          </a:xfrm>
          <a:prstGeom prst="roundRect">
            <a:avLst>
              <a:gd name="adj" fmla="val 15000"/>
            </a:avLst>
          </a:prstGeom>
          <a:solidFill>
            <a:srgbClr val="E8F4F3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234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  운영 가시화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17373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질문 / 상황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0116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부서 A vs B 활용률·한도 사용률·우수 패턴 수 비교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ClaudeCoach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338328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 연동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코칭 대상 부서 선정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744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(기존 UI 고도화)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핵심 연구 이슈 — 우수 세션 정의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이진 “좋다/나쁘다”가 아니라  품질 × 효율  이축으로 정의 (라벨 가이드 v0)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40690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10972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Quality  (활용 BP)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920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목표 명확 · 선택적 컨텍스트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계획 → 수정 → 검증 흐름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다른 사람이 재사용 가능한 패턴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루브릭 quality ≥ 2  →  exemplar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406908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280160"/>
            <a:ext cx="109728" cy="2331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Efficiency  (저토큰)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동일 task_type 대비 상대 토큰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하위 20~30% + quality 충족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짧은 포기 세션 ≠ 효율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Q≥2 ∧ E≥2  →  Budget exemplar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0F274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136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MVP 절차: 규칙으로 후보 추출 → 운영자 골드 100건 → 규칙 보정 → 200~500건 확장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(완전 자동 품질 판정은 Phase 2 — 정의 모호 리스크를 수동 골드로 완화)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학습 · 서빙 분리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8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F274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371600"/>
            <a:ext cx="4023360" cy="1828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학습 (교육 · GPU)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PatternEmbed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bge-m3 / e5 등 · Contrastive FT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CoachModel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Qwen2.5-7B 등 · LoRA / QLoRA SFT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인프라: AI 포털 ~A100 mix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7월: 베이스 모델 스코어카드 확정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4023360" cy="502920"/>
          </a:xfrm>
          <a:prstGeom prst="roundRect">
            <a:avLst>
              <a:gd name="adj" fmla="val 18182"/>
            </a:avLst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402336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운영 (서비스)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17830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DS LLM API + 검색 컨텍스트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어댑터 merge 협의 (DS 팀)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MCP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suggest_usage · find_pattern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AWS 게이트웨이 · 대시보드 연동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SFT 효과 미미 시 → RAG 중심 축소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데이터 · 라벨 (MVP 규모)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9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155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63240" y="1115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4920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03720" y="1115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용도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7099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Claude 사용 로그 (익명)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17099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기존 DB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5K~20K 세션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7099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Embed·코칭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solidFill>
            <a:srgbClr val="E8F4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0428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토큰·비용 메타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230428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로그/Bedrock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세션 집계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23042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Budget·효율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986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우수 세션 라벨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28986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규칙+운영자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200~500건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03720" y="28986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SFT positive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E8F4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493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코칭 골드셋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63240" y="34930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전문가 작성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3493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30쌍+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4930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SFT·A/B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법무·PII: 익명화·세션 단위 · 개인 한도 코칭은 본인 조회 또는 익명 벤치마크 중심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실험 · 평가 설계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10 / 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코칭 조건 ablation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4356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14356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Base LLM only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0756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075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우수 패턴 RAG (top-3)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1148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715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C2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715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+ CoachModel SFT (선택)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MVP KPI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846320" y="13258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60%+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Hit@3 (30 쿼리)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0" y="132588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0" y="15087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3.5+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유용도 (5점)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25603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50+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93776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파일럿 호출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0" y="256032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2743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9월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949440" y="32004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E2E 데모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SFT 효과 없으면 C1(RAG)만으로도 MVP·논문 완성 가능 — 정직한 fallback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일정 — Phase 0 ~ 3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11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78638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719072"/>
            <a:ext cx="365760" cy="3657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773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7월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0F2744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모델 선정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라벨 100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Embed·SFT PoC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719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773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8036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8월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8036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Ingest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PatternEmbed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find_pattern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1719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1773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8348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9월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7492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Coach SFT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BudgetCoach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E2E 데모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89520" y="171907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17739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86600" y="1234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10월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086600" y="233172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25603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대시보드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파일럿 20명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설문·보고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본 과제: 8/3 ~ 10/16   ·   지금은 Phase 0 (정의·데이터·모델 선정)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논문 · 학술 포지션 (가산점)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12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960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0F27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0972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사내 LLM 코딩 도구 사용 로그 기반 활용·비용 효율 패턴이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코칭 품질에 미치는 영향  —  실증 연구 (SOTA Agent 아님)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0574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RQ1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우수·저토큰 패턴 검색이 유용한 exemplar를 주는가?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2057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Hit@3, MRR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606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패턴 RAG 코칭이 base LLM 대비 선호되는가?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5점 · pairwise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RQ3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예산 맥락 포함 시 절약·품질 인식이 달라지는가?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B0 vs B1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RQ4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(탐색) 코칭 후 동일 태스크 토큰이 감소하는가?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3703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전후 집계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오늘 지도 요청 · 논의 포인트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28032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AI Expert 현업과제  ·  이우빈  ·  지도교수 윤성로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0" y="48280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13 / 14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344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1216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우수 세션 정의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1691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품질 루브릭 · 상대 효율 임계값(P20~30)이 타당한가?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프록시 신호(재시도 · 컨텍스트 dump) 우선순위?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18872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2344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216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실험 설계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169164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C0/C1/C2 ablation · 골드 규모(30쌍 · 100라벨)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충분한가?  SFT 우선 vs RAG-first 전략?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71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2953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패턴 모델링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34290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세션 단위 임베딩 입력 형태(요약 vs 스니펫)?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한도 소진 · 이탈 행동 모델링을 Phase에 넣을지?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292608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9718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29535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74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논문 범위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983480" y="34290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실증 1안(검색 + 코칭)으로 10월 초안 가능 여부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투고 타깃(KIISE / KSC) 현실성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4B8A6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로그 → 우수·저토큰 패턴 → 코칭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현업:  Claude 활용 정착 + 월 $180 한도 내 효율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교육:  Embed FT + LoRA SFT + 평가 + 서빙 연동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학술:  사용 로그 RAG가 코칭에 도움이 되는가 (실증)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474720"/>
            <a:ext cx="9144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지도해 주셔서 감사합니다.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피드백과 우선순위를 부탁드립니다.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ClaudeCoach — 윤성로 교수님 1차 미팅</dc:title>
  <dc:subject>AI Expert 현업과제 지도 미팅</dc:subject>
  <dc:creator>이우빈</dc:creator>
  <cp:lastModifiedBy>이우빈</cp:lastModifiedBy>
  <cp:revision>1</cp:revision>
  <dcterms:created xsi:type="dcterms:W3CDTF">2026-07-22T05:42:21Z</dcterms:created>
  <dcterms:modified xsi:type="dcterms:W3CDTF">2026-07-22T05:42:21Z</dcterms:modified>
</cp:coreProperties>
</file>